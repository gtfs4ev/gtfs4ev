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200" d="100"/>
          <a:sy n="200" d="100"/>
        </p:scale>
        <p:origin x="-1308" y="-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E448-0EDB-4356-9535-0EA4F2948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30D13-79A8-4B55-B1DD-7B64E9ADA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84385-82DA-4AE1-9B14-EFFE20BD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6FF72-7567-4AD9-8949-5EEDD9F8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6E59F-3316-4FDE-BB33-CEC3B0BB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22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BED0-A17E-48B6-AB47-49E439BB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45C17-1E4A-447F-9FA7-94F44A102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A70C3-89D4-415C-8807-25E70D59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5D6C0-2B7F-4CE2-8F27-60BF5349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6E4A1-F28B-4771-B217-8BB0417B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0265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D9A8-D9D0-47F0-B156-294BDEE61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12190-E967-451F-9EAE-028CCCF6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245F5-AE26-4A49-8E26-D515B72E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81297-B974-4572-936C-E27B6AB9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5FEB-943D-459C-8358-9AD836A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1704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08A2-9DE3-461B-B2DA-7A90BBCF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08B2F-744A-4FEB-A065-D2C3C1B4A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C012F-B7B6-47FD-82A2-5948AD67D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12BD2-CEDC-4831-9DF9-24DCD01A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19344-7980-4238-ACFF-9121477A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17227-FC31-4AEB-9659-7D0885A0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674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DC8F-DEB3-446E-9C4A-572A1FD6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26300-5F14-44CA-BE62-A2430EB44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09457-9150-4A1B-ACFA-08585AC76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92AA9-2D7D-4277-A723-F6440E9D9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6D432-8F88-4DF5-BEB2-BAE90911E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98920-699F-487C-A5A6-FE4106B3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DEA10-422A-4AC2-A21E-5310A400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FDE3B-9B13-4AB3-98D7-4711D741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8019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D5B8-E54B-407C-94EE-17CAB6AD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37781-6971-4996-859D-8F92AD18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EE760-E7C6-4466-A9CF-259283BE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3DB24-812A-4ED9-BD9D-6428F73E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38232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3B051-9810-4C87-98B8-544552BCE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F9782-B1FD-4E06-A600-2EB8CB2E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140D-E7A6-4714-875E-260C9A0F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25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52E3-36E1-41D5-9035-155F01D8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F5C07-DCF6-49B1-AA83-1EB4960A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C0426-E87A-4EDC-9075-5A1852407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31170-80A8-423B-8EE1-B089B444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690D9-E242-4D5C-9A99-A153155B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D84A3-1D46-4F16-93D1-33CD816C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69454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D1E2-28BF-4416-9E40-D14D3440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A907BC-F29E-425E-A7F8-FF1300505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EEC59-D93B-482A-9173-9ACC993CF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5B783-50FD-41A5-ABD3-49CE2D84E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4CF04-39B9-41BE-91FE-D510959F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A9648-5B06-4C3E-93BF-EFFC3853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1419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45E4A-6D2A-4566-99FB-F965BA69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2CD4D-FBE9-488E-A81B-966299C92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FED2-E86A-43B7-88CD-A382F112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022E6-2415-49AE-ADA9-64C2618F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4945-3519-4E04-8CCF-A63B391A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1013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E6FCD-BEA5-48D3-924A-0C3E6C3D3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99D83-84DE-466A-9354-656854D41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401D3-0C4B-4728-B9F4-140977C83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05408-293F-46DA-A9D7-44156479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16599-C9C8-415E-B897-B4C5BDDF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2904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B6ECF-B039-49DF-8671-E0E33A8B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4F3EA-0CFC-40DE-A4E5-AB4C233F8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E1CBA-389B-4A26-8456-E47A9A047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7B1C2-B7DD-4F83-859F-0C31B5117B32}" type="datetimeFigureOut">
              <a:rPr lang="fr-CH" smtClean="0"/>
              <a:t>19.01.2026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776D8-BE82-46A2-ABF7-00C63C7DE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E6D01-B114-4974-8A6D-03C459151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B6C8D-E536-4373-9F1E-AABB9DEBC706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8105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47C25BB-D66B-45D4-B07E-770FB575A902}"/>
              </a:ext>
            </a:extLst>
          </p:cNvPr>
          <p:cNvGrpSpPr/>
          <p:nvPr/>
        </p:nvGrpSpPr>
        <p:grpSpPr>
          <a:xfrm>
            <a:off x="1981191" y="1234435"/>
            <a:ext cx="8229617" cy="4389129"/>
            <a:chOff x="1981191" y="1234435"/>
            <a:chExt cx="8229617" cy="43891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E4AEFB-2F2A-484F-BE5F-517760257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191" y="1234435"/>
              <a:ext cx="8229617" cy="438912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529201B-4EA6-46F0-877C-545A367DA71F}"/>
                    </a:ext>
                  </a:extLst>
                </p:cNvPr>
                <p:cNvSpPr txBox="1"/>
                <p:nvPr/>
              </p:nvSpPr>
              <p:spPr>
                <a:xfrm>
                  <a:off x="2719877" y="3671887"/>
                  <a:ext cx="114133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d>
                              <m:dPr>
                                <m:ctrlPr>
                                  <a:rPr lang="fr-F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fr-CH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529201B-4EA6-46F0-877C-545A367DA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9877" y="3671887"/>
                  <a:ext cx="1141338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fr-CH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3C9790E-BBCD-4A1C-BD14-8F6AA2BE2641}"/>
                </a:ext>
              </a:extLst>
            </p:cNvPr>
            <p:cNvCxnSpPr/>
            <p:nvPr/>
          </p:nvCxnSpPr>
          <p:spPr>
            <a:xfrm>
              <a:off x="6048375" y="2347912"/>
              <a:ext cx="0" cy="1628775"/>
            </a:xfrm>
            <a:prstGeom prst="straightConnector1">
              <a:avLst/>
            </a:prstGeom>
            <a:ln w="9525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AC32E0C-DC4C-45B4-B7BB-222A5D174803}"/>
                    </a:ext>
                  </a:extLst>
                </p:cNvPr>
                <p:cNvSpPr txBox="1"/>
                <p:nvPr/>
              </p:nvSpPr>
              <p:spPr>
                <a:xfrm>
                  <a:off x="2686727" y="2023647"/>
                  <a:ext cx="119885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fName>
                          <m:e>
                            <m: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d>
                              <m:dPr>
                                <m:ctrlPr>
                                  <a:rPr lang="fr-F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fr-CH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AC32E0C-DC4C-45B4-B7BB-222A5D1748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6727" y="2023647"/>
                  <a:ext cx="1198854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fr-C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95E01DF-91EC-4D17-AF5B-3C324025C696}"/>
                    </a:ext>
                  </a:extLst>
                </p:cNvPr>
                <p:cNvSpPr txBox="1"/>
                <p:nvPr/>
              </p:nvSpPr>
              <p:spPr>
                <a:xfrm>
                  <a:off x="4169645" y="3981448"/>
                  <a:ext cx="78515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𝑆𝑂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𝑠𝑡𝑎𝑟𝑡</m:t>
                            </m:r>
                          </m:sub>
                        </m:sSub>
                      </m:oMath>
                    </m:oMathPara>
                  </a14:m>
                  <a:endParaRPr lang="fr-CH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95E01DF-91EC-4D17-AF5B-3C324025C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9645" y="3981448"/>
                  <a:ext cx="78515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C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E645B7C-F8F5-4939-924E-3BE191FDA3A1}"/>
                    </a:ext>
                  </a:extLst>
                </p:cNvPr>
                <p:cNvSpPr txBox="1"/>
                <p:nvPr/>
              </p:nvSpPr>
              <p:spPr>
                <a:xfrm>
                  <a:off x="6006843" y="3259722"/>
                  <a:ext cx="64222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fr-CH" sz="16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E645B7C-F8F5-4939-924E-3BE191FDA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6843" y="3259722"/>
                  <a:ext cx="642227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CH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8495695-9517-4270-B365-AA005F8808E1}"/>
                </a:ext>
              </a:extLst>
            </p:cNvPr>
            <p:cNvCxnSpPr>
              <a:cxnSpLocks/>
            </p:cNvCxnSpPr>
            <p:nvPr/>
          </p:nvCxnSpPr>
          <p:spPr>
            <a:xfrm>
              <a:off x="4486275" y="3298238"/>
              <a:ext cx="0" cy="678449"/>
            </a:xfrm>
            <a:prstGeom prst="straightConnector1">
              <a:avLst/>
            </a:prstGeom>
            <a:ln w="9525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0E6C6648-F68D-4171-9FF2-6ACDAADE6EBB}"/>
                </a:ext>
              </a:extLst>
            </p:cNvPr>
            <p:cNvSpPr/>
            <p:nvPr/>
          </p:nvSpPr>
          <p:spPr>
            <a:xfrm rot="13252724">
              <a:off x="5181327" y="2563912"/>
              <a:ext cx="99583" cy="546754"/>
            </a:xfrm>
            <a:prstGeom prst="down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E5FD2BD4-D66F-454E-8442-13483E06DF58}"/>
                </a:ext>
              </a:extLst>
            </p:cNvPr>
            <p:cNvSpPr/>
            <p:nvPr/>
          </p:nvSpPr>
          <p:spPr>
            <a:xfrm rot="19163126">
              <a:off x="6815035" y="2563912"/>
              <a:ext cx="99583" cy="546754"/>
            </a:xfrm>
            <a:prstGeom prst="down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4475B16-1C83-4BA2-833F-315289A1B221}"/>
                </a:ext>
              </a:extLst>
            </p:cNvPr>
            <p:cNvSpPr txBox="1"/>
            <p:nvPr/>
          </p:nvSpPr>
          <p:spPr>
            <a:xfrm rot="18697978">
              <a:off x="4722445" y="2628604"/>
              <a:ext cx="6880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 err="1">
                  <a:solidFill>
                    <a:schemeClr val="bg2">
                      <a:lumMod val="25000"/>
                    </a:schemeClr>
                  </a:solidFill>
                </a:rPr>
                <a:t>Charging</a:t>
              </a:r>
              <a:endParaRPr lang="fr-CH" sz="11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92A154-B964-4624-95F4-64C5183FC8E7}"/>
                </a:ext>
              </a:extLst>
            </p:cNvPr>
            <p:cNvSpPr txBox="1"/>
            <p:nvPr/>
          </p:nvSpPr>
          <p:spPr>
            <a:xfrm rot="2914493">
              <a:off x="6651840" y="2595926"/>
              <a:ext cx="7409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>
                  <a:solidFill>
                    <a:schemeClr val="bg2">
                      <a:lumMod val="25000"/>
                    </a:schemeClr>
                  </a:solidFill>
                </a:rPr>
                <a:t>Travelling</a:t>
              </a:r>
              <a:endParaRPr lang="fr-CH" sz="11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6215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Jérémy Dumoulin</dc:creator>
  <cp:lastModifiedBy>Jérémy Dumoulin</cp:lastModifiedBy>
  <cp:revision>2</cp:revision>
  <dcterms:created xsi:type="dcterms:W3CDTF">2026-01-19T14:54:37Z</dcterms:created>
  <dcterms:modified xsi:type="dcterms:W3CDTF">2026-01-19T14:58:45Z</dcterms:modified>
</cp:coreProperties>
</file>